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42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82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520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033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81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48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314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35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781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81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0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343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955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984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835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892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97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6B15EF5-8A89-47EF-9D11-CC075A79AB16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03E64-DBD9-4BF7-86FF-513D367261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438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0DB7B-1EC0-D8AE-DD09-392CDBC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548116"/>
            <a:ext cx="10074303" cy="1470025"/>
          </a:xfrm>
        </p:spPr>
        <p:txBody>
          <a:bodyPr>
            <a:noAutofit/>
          </a:bodyPr>
          <a:lstStyle/>
          <a:p>
            <a:r>
              <a:rPr lang="ru-RU" sz="4000" dirty="0"/>
              <a:t>Проект по теме</a:t>
            </a:r>
            <a:br>
              <a:rPr lang="ru-RU" sz="4000" dirty="0"/>
            </a:br>
            <a:r>
              <a:rPr lang="ru-RU" sz="4000" dirty="0"/>
              <a:t>Описание и построение </a:t>
            </a:r>
            <a:br>
              <a:rPr lang="ru-RU" sz="4000" dirty="0"/>
            </a:br>
            <a:r>
              <a:rPr lang="ru-RU" sz="4000" dirty="0"/>
              <a:t>графика функции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3C4AD2-A094-21F8-15EE-1C53C9BC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8139" y="5828167"/>
            <a:ext cx="3530379" cy="963433"/>
          </a:xfrm>
        </p:spPr>
        <p:txBody>
          <a:bodyPr>
            <a:normAutofit fontScale="85000" lnSpcReduction="20000"/>
          </a:bodyPr>
          <a:lstStyle/>
          <a:p>
            <a:r>
              <a:rPr lang="ru-RU" sz="2400" dirty="0"/>
              <a:t>Проект придуман и спроектирован</a:t>
            </a:r>
          </a:p>
          <a:p>
            <a:r>
              <a:rPr lang="ru-RU" sz="2400" dirty="0"/>
              <a:t>Егором Мешковым</a:t>
            </a:r>
          </a:p>
        </p:txBody>
      </p:sp>
    </p:spTree>
    <p:extLst>
      <p:ext uri="{BB962C8B-B14F-4D97-AF65-F5344CB8AC3E}">
        <p14:creationId xmlns:p14="http://schemas.microsoft.com/office/powerpoint/2010/main" val="119471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D0A321-99F1-3231-E951-42174F90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Основное предназначение - </a:t>
            </a:r>
            <a:br>
              <a:rPr lang="ru-RU" dirty="0"/>
            </a:br>
            <a:r>
              <a:rPr lang="ru-RU" dirty="0"/>
              <a:t>Помощь в уроках</a:t>
            </a:r>
          </a:p>
        </p:txBody>
      </p:sp>
      <p:pic>
        <p:nvPicPr>
          <p:cNvPr id="5" name="Объект 4" descr="Изображение выглядит как человек, Человеческое лицо, в помещении, одеж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F9B28EA-9D5B-C7A5-DDB0-1E7C7D09B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276" y="2052638"/>
            <a:ext cx="6291223" cy="4195762"/>
          </a:xfrm>
        </p:spPr>
      </p:pic>
    </p:spTree>
    <p:extLst>
      <p:ext uri="{BB962C8B-B14F-4D97-AF65-F5344CB8AC3E}">
        <p14:creationId xmlns:p14="http://schemas.microsoft.com/office/powerpoint/2010/main" val="68469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4D971-25C7-0757-9091-1FEA03E2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Главные виды классов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6831BC-5257-C29E-D5FF-3A501C6AE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QMainWindow</a:t>
            </a:r>
            <a:endParaRPr lang="ru-RU" dirty="0"/>
          </a:p>
        </p:txBody>
      </p:sp>
      <p:pic>
        <p:nvPicPr>
          <p:cNvPr id="9" name="Объект 8" descr="Изображение выглядит как текст, снимок экрана, дисплей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8B52EBC-73AC-D29E-2181-386B41C32C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11" y="2514600"/>
            <a:ext cx="4207791" cy="3741738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5005716D-A002-1E3C-772C-E9418682D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QWidget</a:t>
            </a:r>
            <a:endParaRPr lang="ru-RU" dirty="0"/>
          </a:p>
        </p:txBody>
      </p:sp>
      <p:pic>
        <p:nvPicPr>
          <p:cNvPr id="11" name="Объект 10" descr="Изображение выглядит как текст, снимок экрана, Шрифт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B9C3A7E-7AC1-03CE-D15E-92B215681ED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675" y="2737048"/>
            <a:ext cx="4395788" cy="3296841"/>
          </a:xfrm>
        </p:spPr>
      </p:pic>
    </p:spTree>
    <p:extLst>
      <p:ext uri="{BB962C8B-B14F-4D97-AF65-F5344CB8AC3E}">
        <p14:creationId xmlns:p14="http://schemas.microsoft.com/office/powerpoint/2010/main" val="403061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BB279-231F-DD74-1AAD-A378B562B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97319" cy="1400530"/>
          </a:xfrm>
        </p:spPr>
        <p:txBody>
          <a:bodyPr/>
          <a:lstStyle/>
          <a:p>
            <a:r>
              <a:rPr lang="ru-RU" dirty="0"/>
              <a:t>Три проблемы, которые у меня</a:t>
            </a:r>
            <a:br>
              <a:rPr lang="ru-RU" dirty="0"/>
            </a:br>
            <a:r>
              <a:rPr lang="ru-RU" dirty="0"/>
              <a:t>возникли при работе над проектом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2B7876-00A5-F3CF-5845-375327395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 графика</a:t>
            </a:r>
          </a:p>
        </p:txBody>
      </p:sp>
      <p:pic>
        <p:nvPicPr>
          <p:cNvPr id="15" name="Рисунок 14" descr="Изображение выглядит как текст, Шрифт, графическая вставка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D706ED6-0311-F04F-2E16-BBA7F88F821A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43" b="15443"/>
          <a:stretch>
            <a:fillRect/>
          </a:stretch>
        </p:blipFill>
        <p:spPr/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A0574FEE-E0B6-8240-0933-4B5F57FD91D6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0B73B66-D877-4334-525A-A01A5D36E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Мин </a:t>
            </a:r>
            <a:r>
              <a:rPr lang="en-US" dirty="0"/>
              <a:t>x </a:t>
            </a:r>
            <a:r>
              <a:rPr lang="ru-RU" dirty="0"/>
              <a:t>в корне</a:t>
            </a:r>
          </a:p>
        </p:txBody>
      </p:sp>
      <p:pic>
        <p:nvPicPr>
          <p:cNvPr id="17" name="Рисунок 16" descr="Изображение выглядит как символ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D8298A4-8E73-B23E-5DBA-A8441EA0E040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4" b="3774"/>
          <a:stretch>
            <a:fillRect/>
          </a:stretch>
        </p:blipFill>
        <p:spPr/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6D3646A6-F443-FC88-45FC-A2E73E9E13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7851B5-2901-3385-6906-BFFC7223A5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Квадратичная функция</a:t>
            </a:r>
          </a:p>
        </p:txBody>
      </p:sp>
      <p:pic>
        <p:nvPicPr>
          <p:cNvPr id="19" name="Рисунок 18" descr="Изображение выглядит как текст, линия, диаграмма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A274094-BADD-DD4D-DBA7-3D7CA7DAD473}"/>
              </a:ext>
            </a:extLst>
          </p:cNvPr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9" b="15349"/>
          <a:stretch>
            <a:fillRect/>
          </a:stretch>
        </p:blipFill>
        <p:spPr/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B2400D5D-54B0-0AB4-58DA-3850FC15AF01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15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6512C-3815-FB8F-32C8-B9FF76A4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Объект 4" descr="Изображение выглядит как млекопитающее, Порода собаки, на открытом воздухе, соба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2846DF9-BCCC-BAE0-31B4-4BC551B7C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222" y="2052638"/>
            <a:ext cx="6317332" cy="4195762"/>
          </a:xfrm>
        </p:spPr>
      </p:pic>
    </p:spTree>
    <p:extLst>
      <p:ext uri="{BB962C8B-B14F-4D97-AF65-F5344CB8AC3E}">
        <p14:creationId xmlns:p14="http://schemas.microsoft.com/office/powerpoint/2010/main" val="421936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TM02836342[[fn=Ион]]</Template>
  <TotalTime>44</TotalTime>
  <Words>51</Words>
  <Application>Microsoft Office PowerPoint</Application>
  <PresentationFormat>Широкоэкранный</PresentationFormat>
  <Paragraphs>12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Ион</vt:lpstr>
      <vt:lpstr>Проект по теме Описание и построение  графика функции</vt:lpstr>
      <vt:lpstr>Основное предназначение -  Помощь в уроках</vt:lpstr>
      <vt:lpstr>Главные виды классов</vt:lpstr>
      <vt:lpstr>Три проблемы, которые у меня возникли при работе над проектом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Мешков</dc:creator>
  <cp:lastModifiedBy>Егор Мешков</cp:lastModifiedBy>
  <cp:revision>1</cp:revision>
  <dcterms:created xsi:type="dcterms:W3CDTF">2025-11-23T17:31:16Z</dcterms:created>
  <dcterms:modified xsi:type="dcterms:W3CDTF">2025-11-23T18:15:29Z</dcterms:modified>
</cp:coreProperties>
</file>